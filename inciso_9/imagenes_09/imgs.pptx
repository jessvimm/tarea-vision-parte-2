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F8E00-F995-16F6-2A65-3232FEAD29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26E760-B1C5-E776-ADFA-359019ADE8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A0BE2-3190-FDC2-B978-3BAC880C6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17C23-17A0-420E-BD04-8D045D5718CE}" type="datetimeFigureOut">
              <a:rPr lang="en-AU" smtClean="0"/>
              <a:t>5/04/2026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868F4-78A2-716B-51CD-39378C6E6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26556-8D64-9A37-02E6-7F77C5FCD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A69A5-CDAA-4722-9769-A3F38FB8A6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9325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19E3C-194D-04C2-E23A-1632E020B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E5BE8-3285-BF7C-0CD0-52186BE636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B3E92F-6757-60A4-B1DD-7BC205FDF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17C23-17A0-420E-BD04-8D045D5718CE}" type="datetimeFigureOut">
              <a:rPr lang="en-AU" smtClean="0"/>
              <a:t>5/04/2026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F9586-2406-066A-B87B-F93162589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54AB8-B61F-0F12-0A71-03475FFE9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A69A5-CDAA-4722-9769-A3F38FB8A6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6420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48241-5B1D-4F35-D9E0-EC1092E2B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E2EF6C-4E90-3624-A527-74C87DDAF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FCBCE-CC5F-DFCC-58EF-CA4282ADC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17C23-17A0-420E-BD04-8D045D5718CE}" type="datetimeFigureOut">
              <a:rPr lang="en-AU" smtClean="0"/>
              <a:t>5/04/2026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79B18-F7F0-0202-81EC-4472D2277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51B92-67A7-392D-8AF8-400471D9B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A69A5-CDAA-4722-9769-A3F38FB8A6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8825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B3189-72E0-4786-136A-DC02E8B29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A26B5-5A5C-E011-78D4-71B27B8772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2B4881-633E-2E2D-ECA4-46D3C74E7E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54D3F0-B685-1089-4F7C-54EFED41B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17C23-17A0-420E-BD04-8D045D5718CE}" type="datetimeFigureOut">
              <a:rPr lang="en-AU" smtClean="0"/>
              <a:t>5/04/2026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700B8E-6178-9262-EF0E-7C0C874AF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84AF07-E66D-2373-47AD-346FDA7D4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A69A5-CDAA-4722-9769-A3F38FB8A6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7517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D4A80-A707-FB10-B0BC-321D91E78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ED71AD-72EC-0D26-164D-6CBB7043F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F92DD1-3E7F-28EA-46C7-7734B9E5AA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267D22-5625-73E6-F942-584EF688B1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8225A8-8E52-01B6-3FBB-2C79176265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8C241F-4F35-3328-6DD0-2C24CAC0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17C23-17A0-420E-BD04-8D045D5718CE}" type="datetimeFigureOut">
              <a:rPr lang="en-AU" smtClean="0"/>
              <a:t>5/04/2026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5A4691-C3E4-52A6-2FA8-ED2F7DD79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25EAFD-C7A0-85B6-FCD5-2282DE7B2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A69A5-CDAA-4722-9769-A3F38FB8A6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0515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4BA4F-D03D-3E06-3D22-83FF053A8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03877D-E524-83CC-8E0C-68A4C94B7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17C23-17A0-420E-BD04-8D045D5718CE}" type="datetimeFigureOut">
              <a:rPr lang="en-AU" smtClean="0"/>
              <a:t>5/04/2026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30A947-9D64-ED68-467C-84A58BAB9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E63ABC-6040-83C5-ECAC-E08E0300A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A69A5-CDAA-4722-9769-A3F38FB8A6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2253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9EEBE2-7E50-9D4E-2926-BEDC24ED7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17C23-17A0-420E-BD04-8D045D5718CE}" type="datetimeFigureOut">
              <a:rPr lang="en-AU" smtClean="0"/>
              <a:t>5/04/2026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65ADBB-19ED-7237-33F5-8B9FF0D0D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7B4500-9D97-5EA9-9525-4AE8CE6B0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A69A5-CDAA-4722-9769-A3F38FB8A6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2666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3E42-42DA-803B-42AF-C160353DF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832C3-1594-CCAA-EB10-8F03747CB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32EF4C-C798-FE9F-8C04-F55D6CF293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E89A27-6ACE-D40B-1E08-79286930A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17C23-17A0-420E-BD04-8D045D5718CE}" type="datetimeFigureOut">
              <a:rPr lang="en-AU" smtClean="0"/>
              <a:t>5/04/2026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499655-1A2A-4832-9E16-752FB1A5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5E9512-CEEB-B3E2-1D5D-6D4C53950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A69A5-CDAA-4722-9769-A3F38FB8A6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9252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E19A7-3F51-4D0C-0D46-D74E6FF47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E1C97E-A7E3-8C64-E83C-FA23981BCF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09C645-1DA6-80A5-7685-A281D4C80F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F93186-9E93-DB6B-7A00-6D0B6E1B8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17C23-17A0-420E-BD04-8D045D5718CE}" type="datetimeFigureOut">
              <a:rPr lang="en-AU" smtClean="0"/>
              <a:t>5/04/2026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394E1-EDC0-DC3E-C4D7-E400124C6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693D2A-908D-325C-CB0F-461BA66A9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A69A5-CDAA-4722-9769-A3F38FB8A6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9273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5A713-02C9-EEF0-E8EE-95FA4B40E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9F12CA-CA8D-25D7-6C83-FFACA7F50E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485D4-08FB-4FB2-37C5-723055BF6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17C23-17A0-420E-BD04-8D045D5718CE}" type="datetimeFigureOut">
              <a:rPr lang="en-AU" smtClean="0"/>
              <a:t>5/04/2026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01E16-42AA-AD41-5297-D119C8D2C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837FD-254C-67A0-C2D6-7FB6DE04A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A69A5-CDAA-4722-9769-A3F38FB8A6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1709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09025B-B479-06A1-8F9C-8F7880041C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501629-A49D-3B3B-7761-AA57F8DE78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B516A-ACA8-CD93-9614-E39709DB3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17C23-17A0-420E-BD04-8D045D5718CE}" type="datetimeFigureOut">
              <a:rPr lang="en-AU" smtClean="0"/>
              <a:t>5/04/2026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ABF94-DBCA-420C-3899-CAE6EF997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240F0-9649-4430-470D-8C7D3FDCB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A69A5-CDAA-4722-9769-A3F38FB8A6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2853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4C9028-9AB0-21D9-5839-C9161148D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C4419-5CFD-C237-5EDD-1A6F443B3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C0223-73DD-9026-D370-E95149353C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717C23-17A0-420E-BD04-8D045D5718CE}" type="datetimeFigureOut">
              <a:rPr lang="en-AU" smtClean="0"/>
              <a:t>5/04/2026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0D421-C8AC-F0D8-9BDA-60F713D759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DFC4A-0A26-6DEE-0AFF-D1BC900210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7A69A5-CDAA-4722-9769-A3F38FB8A6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3015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C0302A-6B05-62B9-7C59-3F3FC4C593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414" t="23051" r="41022" b="25794"/>
          <a:stretch>
            <a:fillRect/>
          </a:stretch>
        </p:blipFill>
        <p:spPr>
          <a:xfrm>
            <a:off x="2766697" y="4883907"/>
            <a:ext cx="1105470" cy="17134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73DFE0-533F-3D0F-D142-DFA1875B0A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748" t="20240" r="39195" b="18178"/>
          <a:stretch>
            <a:fillRect/>
          </a:stretch>
        </p:blipFill>
        <p:spPr>
          <a:xfrm>
            <a:off x="4216407" y="4593275"/>
            <a:ext cx="1640165" cy="23617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A857DBB-2939-7620-678B-C69E480F7D9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0198" r="30630" b="20517"/>
          <a:stretch>
            <a:fillRect/>
          </a:stretch>
        </p:blipFill>
        <p:spPr>
          <a:xfrm>
            <a:off x="5842130" y="4552997"/>
            <a:ext cx="1949415" cy="22249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B7DF242-094E-6193-B2EF-88170DFDDE2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9483" t="28815" r="37618" b="29350"/>
          <a:stretch>
            <a:fillRect/>
          </a:stretch>
        </p:blipFill>
        <p:spPr>
          <a:xfrm>
            <a:off x="7742895" y="4675054"/>
            <a:ext cx="2201425" cy="226228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6B1595-4E71-B438-C242-2B82DF9A26B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4575" t="4000" r="33850" b="18934"/>
          <a:stretch>
            <a:fillRect/>
          </a:stretch>
        </p:blipFill>
        <p:spPr>
          <a:xfrm>
            <a:off x="6060291" y="74158"/>
            <a:ext cx="1481202" cy="203357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2024F84-A38C-D1F0-5E9C-41E19E9EF93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0200" t="33613" r="38650" b="33614"/>
          <a:stretch>
            <a:fillRect/>
          </a:stretch>
        </p:blipFill>
        <p:spPr>
          <a:xfrm>
            <a:off x="7705488" y="218621"/>
            <a:ext cx="2001622" cy="174464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5561EDD-6B06-AD99-6A4F-6C4DC2CBFF4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9098" t="31733" r="41027" b="26656"/>
          <a:stretch>
            <a:fillRect/>
          </a:stretch>
        </p:blipFill>
        <p:spPr>
          <a:xfrm>
            <a:off x="4220852" y="218106"/>
            <a:ext cx="1491059" cy="1755987"/>
          </a:xfrm>
          <a:prstGeom prst="rect">
            <a:avLst/>
          </a:prstGeom>
        </p:spPr>
      </p:pic>
      <p:grpSp>
        <p:nvGrpSpPr>
          <p:cNvPr id="53" name="Group 52">
            <a:extLst>
              <a:ext uri="{FF2B5EF4-FFF2-40B4-BE49-F238E27FC236}">
                <a16:creationId xmlns:a16="http://schemas.microsoft.com/office/drawing/2014/main" id="{35DD283B-B3EE-73AA-5AC3-138D16C642C6}"/>
              </a:ext>
            </a:extLst>
          </p:cNvPr>
          <p:cNvGrpSpPr/>
          <p:nvPr/>
        </p:nvGrpSpPr>
        <p:grpSpPr>
          <a:xfrm>
            <a:off x="9981139" y="5508781"/>
            <a:ext cx="1076054" cy="1236905"/>
            <a:chOff x="-77124" y="2762796"/>
            <a:chExt cx="1296549" cy="1525356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F5730866-1CF6-7052-5E04-A0748E5DC9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3737" y="3328416"/>
              <a:ext cx="610947" cy="7203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9FBB34D3-DA5C-5D23-AB03-999C3FE82972}"/>
                </a:ext>
              </a:extLst>
            </p:cNvPr>
            <p:cNvCxnSpPr>
              <a:cxnSpLocks/>
            </p:cNvCxnSpPr>
            <p:nvPr/>
          </p:nvCxnSpPr>
          <p:spPr>
            <a:xfrm>
              <a:off x="91440" y="3511296"/>
              <a:ext cx="886968" cy="31089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E79BE4EB-CE8B-2806-17CD-9C98859F8F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2920" y="3118104"/>
              <a:ext cx="0" cy="93063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CBB1E64-A583-C421-9939-7141083F4B5A}"/>
                </a:ext>
              </a:extLst>
            </p:cNvPr>
            <p:cNvSpPr txBox="1"/>
            <p:nvPr/>
          </p:nvSpPr>
          <p:spPr>
            <a:xfrm>
              <a:off x="-77124" y="391882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A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C95077E-8376-5A1B-65D4-8BE2766A77C2}"/>
                </a:ext>
              </a:extLst>
            </p:cNvPr>
            <p:cNvSpPr txBox="1"/>
            <p:nvPr/>
          </p:nvSpPr>
          <p:spPr>
            <a:xfrm>
              <a:off x="919343" y="359336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A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CC989544-01E0-8D22-B0E9-E00ACA67F579}"/>
                </a:ext>
              </a:extLst>
            </p:cNvPr>
            <p:cNvSpPr txBox="1"/>
            <p:nvPr/>
          </p:nvSpPr>
          <p:spPr>
            <a:xfrm>
              <a:off x="315220" y="2762796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A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20069008-BACD-002D-20AA-824364B133C4}"/>
              </a:ext>
            </a:extLst>
          </p:cNvPr>
          <p:cNvSpPr txBox="1"/>
          <p:nvPr/>
        </p:nvSpPr>
        <p:spPr>
          <a:xfrm>
            <a:off x="1979316" y="891121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7FD3B13-4301-2F68-0F06-3C4016BA147B}"/>
              </a:ext>
            </a:extLst>
          </p:cNvPr>
          <p:cNvSpPr txBox="1"/>
          <p:nvPr/>
        </p:nvSpPr>
        <p:spPr>
          <a:xfrm>
            <a:off x="1979316" y="32004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84C65E3-6049-AD38-2FD9-054014A0E40C}"/>
              </a:ext>
            </a:extLst>
          </p:cNvPr>
          <p:cNvSpPr txBox="1"/>
          <p:nvPr/>
        </p:nvSpPr>
        <p:spPr>
          <a:xfrm>
            <a:off x="1977714" y="558946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AFAF038F-1AC4-A8A1-D0C6-3FC1596F7FBC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41633" t="23419" r="41425" b="24267"/>
          <a:stretch>
            <a:fillRect/>
          </a:stretch>
        </p:blipFill>
        <p:spPr>
          <a:xfrm>
            <a:off x="2923484" y="273151"/>
            <a:ext cx="979310" cy="1700942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D944D7E3-D791-8862-5774-9FA0E10589E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31503" t="15673" r="32404" b="17437"/>
          <a:stretch>
            <a:fillRect/>
          </a:stretch>
        </p:blipFill>
        <p:spPr>
          <a:xfrm>
            <a:off x="5875379" y="2406300"/>
            <a:ext cx="1772196" cy="1847463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14153560-C971-9006-9FE9-0CC35148EDD6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41625" t="33614" r="39325" b="33613"/>
          <a:stretch>
            <a:fillRect/>
          </a:stretch>
        </p:blipFill>
        <p:spPr>
          <a:xfrm>
            <a:off x="7709989" y="2491589"/>
            <a:ext cx="1909128" cy="1847463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1B78403A-7744-BCD3-7773-7D6727C0BCF7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38550" t="27078" r="39400" b="29660"/>
          <a:stretch>
            <a:fillRect/>
          </a:stretch>
        </p:blipFill>
        <p:spPr>
          <a:xfrm>
            <a:off x="4205772" y="2510252"/>
            <a:ext cx="1640165" cy="1810135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94D5D2A1-33E1-8156-7A5B-72C54D63F101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41400" t="22933" r="40075" b="25066"/>
          <a:stretch>
            <a:fillRect/>
          </a:stretch>
        </p:blipFill>
        <p:spPr>
          <a:xfrm>
            <a:off x="2893763" y="2631484"/>
            <a:ext cx="1077241" cy="170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787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9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JESSICA VICTORIA MARTINEZ MEDINA</dc:creator>
  <cp:lastModifiedBy>JESSICA VICTORIA MARTINEZ MEDINA</cp:lastModifiedBy>
  <cp:revision>3</cp:revision>
  <dcterms:created xsi:type="dcterms:W3CDTF">2026-04-05T20:59:06Z</dcterms:created>
  <dcterms:modified xsi:type="dcterms:W3CDTF">2026-04-05T21:51:12Z</dcterms:modified>
</cp:coreProperties>
</file>